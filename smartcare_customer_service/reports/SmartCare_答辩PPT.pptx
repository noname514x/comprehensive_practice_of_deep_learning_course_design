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答辩 PPT 提纲（12 页）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项目名称：SmartCare 端到端智能客服系统</a:t>
            </a:r>
            <a:br/>
            <a:r>
              <a:rPr/>
              <a:t>选题：题目 8：端到端智能客服系统</a:t>
            </a:r>
            <a:br/>
            <a:r>
              <a:rPr/>
              <a:t>成员：成员 A、成员 B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选题背景与目标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客服系统需要同时完成问答、查订单、建工单、转人工和情绪安抚。项目目标是做一个可运行、可演示、可评估的电商耳机售后智能客服。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用户场景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展示五类场景：查物流、退换货、产品问答、情绪投诉、产品对比。用简短对话截图或流程图说明。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系统总体架构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放架构图：Web 界面 -&gt; HTTP API -&gt; SmartCareBot -&gt; 意图识别 -&gt; RAG/工具/Memory -&gt; 回复。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知识库与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说明知识库来源、文档切分、TF-IDF 向量检索、Top-K、引用来源。展示一个“XX 防水吗”的检索结果。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Agent 路由与意图识别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展示意图类别、槽位抽取和路由表。强调不是所有问题都交给生成模型，而是按场景选择路径。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Function Calling 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展示四个工具：query_order、create_ticket、transfer_human、compare_products。放一个工具调用 JSON 示例。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Memory 与持久化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说明 SQLite 表：messages、session_state、tickets。展示多轮上下文例子：先给订单号，后说“换一个吧”。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Web 界面演示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放界面截图或现场演示入口。说明左侧演示场景、中间聊天、右侧路由/工具/引用。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展示 20 条测试对话结果：意图识别准确率 100.0%，工具调用正确率 100.0%，RAG 引用命中率 100.0%。说明测试集覆盖场景。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RAG 消融实验与分析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展示 Top-1/Top-3/Top-5 命中率：87.5%、100.0%、100.0%。说明选择 Top-3 的原因。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总结与未来改进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总结项目完成度和课程知识点。未来改进：中文 embedding + ChromaDB、LLM 结构化意图识别、真实订单接口、多意图处理、管理员后台。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2026-06-02T04:20:16Z</dcterms:created>
  <dcterms:modified xsi:type="dcterms:W3CDTF">2026-06-02T04:20:16Z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